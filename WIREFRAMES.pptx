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3789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39887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81806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52054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377586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83268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64901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062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38131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9527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82775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EE69B82-5FD5-46F6-AD0F-5F63232B4B4B}" type="datetimeFigureOut">
              <a:rPr lang="es-US" smtClean="0"/>
              <a:t>3/2/2026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25B223D-38F3-4742-9F0C-B8B61ED03042}" type="slidenum">
              <a:rPr lang="es-US" smtClean="0"/>
              <a:t>‹Nº›</a:t>
            </a:fld>
            <a:endParaRPr lang="es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6670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2950069-0406-4FC5-A15A-3468B55B0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788" y="1005255"/>
            <a:ext cx="10318418" cy="4394988"/>
          </a:xfrm>
        </p:spPr>
        <p:txBody>
          <a:bodyPr/>
          <a:lstStyle/>
          <a:p>
            <a:r>
              <a:rPr lang="en-US" dirty="0"/>
              <a:t>Cook</a:t>
            </a:r>
            <a:br>
              <a:rPr lang="en-US" dirty="0"/>
            </a:br>
            <a:r>
              <a:rPr lang="en-US" dirty="0"/>
              <a:t>planner</a:t>
            </a:r>
            <a:endParaRPr lang="es-US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978AA2F4-C310-4C77-B5C7-3A1C3E3C8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5045" y="5648996"/>
            <a:ext cx="8045373" cy="7422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JOPSEN VARGAS</a:t>
            </a:r>
          </a:p>
          <a:p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SOFT-06 Diseño y Programación Web SCV4</a:t>
            </a:r>
          </a:p>
          <a:p>
            <a:endParaRPr lang="es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4E32447-D1E2-4DB5-8553-394F416C8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533" y="1216746"/>
            <a:ext cx="778934" cy="6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3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3472222-A2FA-4EA7-AEB0-3CEE0F08F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67"/>
            <a:ext cx="12192000" cy="686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7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8183FB8-BE65-4F96-9627-4669BA644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82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5E327D9-FDE1-4ED9-8CA2-1DE2C59E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4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BEFA54E8-B4D2-497E-8F8C-2AB726097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0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39F9E29-F39D-4C63-A71A-A7C198B2C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79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F23115B-00A1-46AC-BB00-D88CD4285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3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9B2B23-25AD-4CF6-A397-2960F92C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221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6480EFB-F0CB-4D83-BF8B-4358F026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73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30F76E2-7D52-4531-91DC-0A2BE6D1B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69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A6D5363-D4BE-4911-93C9-AA78B2FD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201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C5849E-3DBA-424B-84EC-C23D68499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43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66527D-3F93-4E55-8C84-EAA0B803E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08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D9CF9E8-980A-4CD7-932C-47F1D3C15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46"/>
            <a:ext cx="12192000" cy="665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37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0C9319-AB1D-4DCD-B572-C82EE3106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13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53A2BE4-347B-4847-8E62-B53C5BB5F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5806"/>
      </p:ext>
    </p:extLst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155</TotalTime>
  <Words>11</Words>
  <Application>Microsoft Office PowerPoint</Application>
  <PresentationFormat>Panorámica</PresentationFormat>
  <Paragraphs>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Gill Sans MT</vt:lpstr>
      <vt:lpstr>Impact</vt:lpstr>
      <vt:lpstr>Inter</vt:lpstr>
      <vt:lpstr>Distintivo</vt:lpstr>
      <vt:lpstr>Cook planner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Jopsen Vargas</dc:creator>
  <cp:lastModifiedBy>Jopsen Vargas</cp:lastModifiedBy>
  <cp:revision>6</cp:revision>
  <dcterms:created xsi:type="dcterms:W3CDTF">2026-03-03T05:31:55Z</dcterms:created>
  <dcterms:modified xsi:type="dcterms:W3CDTF">2026-03-03T08:07:44Z</dcterms:modified>
</cp:coreProperties>
</file>